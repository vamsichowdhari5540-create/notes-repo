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417320"/>
            <a:ext cx="3246120" cy="411480"/>
          </a:xfrm>
          <a:prstGeom prst="roundRect">
            <a:avLst>
              <a:gd name="adj" fmla="val 48889"/>
            </a:avLst>
          </a:prstGeom>
          <a:solidFill>
            <a:srgbClr val="2E2A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173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VALIDATION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Notes Repo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Peer-to-Peer Study Notes Sharing Platform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989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Web App   ·   Next.js + Supabase   ·   AI-Powered Moderation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Set Out to Fix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5" name="Image 0" descr="C:\Users\srava\AppData\Local\Temp\claude\C--Users-srava-OneDrive-Desktop-Notes-Repo\b7a8cf23-e546-4dff-bfcf-966c2999fe45\scratchpad\pptx\icons\puzz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74650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5608" y="1572768"/>
            <a:ext cx="9720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scattered everywhere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35608" y="1892808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across WhatsApp, Telegram, and email threads — nearly impossible to find again a week later.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17520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9" name="Image 1" descr="C:\Users\srava\AppData\Local\Temp\claude\C--Users-srava-OneDrive-Desktop-Notes-Repo\b7a8cf23-e546-4dff-bfcf-966c2999fe45\scratchpad\pptx\icons\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16382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35608" y="2990088"/>
            <a:ext cx="9720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judge quality upfront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35608" y="3310128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name tells you nothing. Students open document after document just to find one worth reading.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3" name="Image 2" descr="C:\Users\srava\AppData\Local\Temp\claude\C--Users-srava-OneDrive-Desktop-Notes-Repo\b7a8cf23-e546-4dff-bfcf-966c2999fe45\scratchpad\pptx\icons\bu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58114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35608" y="4407408"/>
            <a:ext cx="9720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Duplicate, low-quality uploads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35608" y="4727448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any feedback signal, ten mediocre copies of the same topic outnumber the one good set of notes.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  ·  Mini Project Validation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Notes Repo Delivers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29968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C:\Users\srava\AppData\Local\Temp\claude\C--Users-srava-OneDrive-Desktop-Notes-Repo\b7a8cf23-e546-4dff-bfcf-966c2999fe45\scratchpad\pptx\icons\layer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762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9928" y="200253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by subject &amp; unit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09928" y="2322576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place, organized the way the syllabus already is.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2029968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1" name="Image 1" descr="C:\Users\srava\AppData\Local\Temp\claude\C--Users-srava-OneDrive-Desktop-Notes-Repo\b7a8cf23-e546-4dff-bfcf-966c2999fe45\scratchpad\pptx\icons\ta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217627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96328" y="200253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Tag-based discovery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196328" y="2322576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notes by topic, ranked by how many tags match.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42900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4400" y="3721608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6" name="Image 2" descr="C:\Users\srava\AppData\Local\Temp\claude\C--Users-srava-OneDrive-Desktop-Notes-Repo\b7a8cf23-e546-4dff-bfcf-966c2999fe45\scratchpad\pptx\icons\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386791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9928" y="369417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quality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09928" y="4014216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surface the best notes for a topic automatically.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26480" y="3429000"/>
            <a:ext cx="52120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3721608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1" name="Image 3" descr="C:\Users\srava\AppData\Local\Temp\claude\C--Users-srava-OneDrive-Desktop-Notes-Repo\b7a8cf23-e546-4dff-bfcf-966c2999fe45\scratchpad\pptx\icons\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38679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96328" y="369417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by default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196328" y="4014216"/>
            <a:ext cx="3867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moderation screens every upload before it goes live.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  ·  Mini Project Validation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C:\Users\srava\AppData\Local\Temp\claude\C--Users-srava-OneDrive-Desktop-Notes-Repo\b7a8cf23-e546-4dff-bfcf-966c2999fe45\scratchpad\pptx\icons\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11226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subject and unit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9659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1" name="Image 1" descr="C:\Users\srava\AppData\Local\Temp\claude\C--Users-srava-OneDrive-Desktop-Notes-Repo\b7a8cf23-e546-4dff-bfcf-966c2999fe45\scratchpad\pptx\icons\up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11226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2743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063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Drag, drop, tag, share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12480" y="19659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6" name="Image 2" descr="C:\Users\srava\AppData\Local\Temp\claude\C--Users-srava-OneDrive-Desktop-Notes-Repo\b7a8cf23-e546-4dff-bfcf-966c2999fe45\scratchpad\pptx\icons\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211226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27432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12480" y="3063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Tag-ranked discovery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0233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1" name="Image 3" descr="C:\Users\srava\AppData\Local\Temp\claude\C--Users-srava-OneDrive-Desktop-Notes-Repo\b7a8cf23-e546-4dff-bfcf-966c2999fe45\scratchpad\pptx\icons\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16966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800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14400" y="5120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Star-based quality signal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89120" y="37490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63440" y="40233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6" name="Image 4" descr="C:\Users\srava\AppData\Local\Temp\claude\C--Users-srava-OneDrive-Desktop-Notes-Repo\b7a8cf23-e546-4dff-bfcf-966c2999fe45\scratchpad\pptx\icons\us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416966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63440" y="4800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663440" y="5120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Uploads, edits, history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3749040"/>
            <a:ext cx="3520440" cy="178308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412480" y="402336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31" name="Image 5" descr="C:\Users\srava\AppData\Local\Temp\claude\C--Users-srava-OneDrive-Desktop-Notes-Repo\b7a8cf23-e546-4dff-bfcf-966c2999fe45\scratchpad\pptx\icons\troph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8784" y="4169664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4800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412480" y="51206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contributors ranked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  ·  Mini Project Validation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3060" y="201168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C:\Users\srava\AppData\Local\Temp\claude\C--Users-srava-OneDrive-Desktop-Notes-Repo\b7a8cf23-e546-4dff-bfcf-966c2999fe45\scratchpad\pptx\icons\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9364" y="21579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3246120"/>
            <a:ext cx="2148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57700" y="201168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1" name="Image 1" descr="C:\Users\srava\AppData\Local\Temp\claude\C--Users-srava-OneDrive-Desktop-Notes-Repo\b7a8cf23-e546-4dff-bfcf-966c2999fe45\scratchpad\pptx\icons\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21579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Data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3320" y="3246120"/>
            <a:ext cx="2148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(+ OAuth)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triggers for ratings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292340" y="201168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6" name="Image 2" descr="C:\Users\srava\AppData\Local\Temp\claude\C--Users-srava-OneDrive-Desktop-Notes-Repo\b7a8cf23-e546-4dff-bfcf-966c2999fe45\scratchpad\pptx\icons\robo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644" y="21579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537960" y="3246120"/>
            <a:ext cx="2148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content moderation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44000" y="173736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126980" y="2011680"/>
            <a:ext cx="640080" cy="64008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1" name="Image 3" descr="C:\Users\srava\AppData\Local\Temp\claude\C--Users-srava-OneDrive-Desktop-Notes-Repo\b7a8cf23-e546-4dff-bfcf-966c2999fe45\scratchpad\pptx\icons\clou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3284" y="2157984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372600" y="3246120"/>
            <a:ext cx="21488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hosting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API routes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Git-based CI/CD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  ·  Mini Project Validation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Used AI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97680"/>
          </a:xfrm>
          <a:prstGeom prst="roundRect">
            <a:avLst>
              <a:gd name="adj" fmla="val 29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57400"/>
            <a:ext cx="685800" cy="68580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C:\Users\srava\AppData\Local\Temp\claude\C--Users-srava-OneDrive-Desktop-Notes-Repo\b7a8cf23-e546-4dff-bfcf-966c2999fe45\scratchpad\pptx\icons\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0370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Development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301752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app — from database schema to UI — built in pair-programming sessions with Claude, an AI coding assistant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proposed the schema, wrote the Next.js/Supabase code, and debugged real issues as they came up during development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on UI/UX design direction and animation polish through conversation, not manual trial-and-error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the Vercel deployment, environment configuration, and end-to-end testing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737360"/>
            <a:ext cx="5212080" cy="4297680"/>
          </a:xfrm>
          <a:prstGeom prst="roundRect">
            <a:avLst>
              <a:gd name="adj" fmla="val 29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2057400"/>
            <a:ext cx="685800" cy="68580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1" name="Image 1" descr="C:\Users\srava\AppData\Local\Temp\claude\C--Users-srava-OneDrive-Desktop-Notes-Repo\b7a8cf23-e546-4dff-bfcf-966c2999fe45\scratchpad\pptx\icons\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424" y="2203704"/>
            <a:ext cx="393192" cy="3931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Content Moderation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720840" y="301752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uploaded note's title, description, and PDF text is sent to Groq's Llama 3.3 model for review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classifies text for explicit / 18+ content, profanity, hate speech, and harassment in real time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uploads are rejected and removed from storage automatically — before any student ever sees them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server-side through a dedicated moderation API route, never exposing the AI key to the browser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  ·  Mini Project Validation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999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client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Tailwind)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2834640"/>
            <a:ext cx="23774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312E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299923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77640" y="3383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+ serverless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55448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7190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Auth · Storage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420624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4370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— content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0" y="3429000"/>
            <a:ext cx="777240" cy="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8503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55080" y="3063240"/>
            <a:ext cx="1874520" cy="-91440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36992" y="2002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3794760"/>
            <a:ext cx="1874520" cy="1005840"/>
          </a:xfrm>
          <a:prstGeom prst="line">
            <a:avLst/>
          </a:prstGeom>
          <a:noFill/>
          <a:ln w="28575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4654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▸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566928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flow from the browser through Vercel's serverless functions, which talk to Supabase for data/auth/files and to Groq for moderation checks on every upload.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  ·  Mini Project Validation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" cy="82296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5" name="Image 0" descr="C:\Users\srava\AppData\Local\Temp\claude\C--Users-srava-OneDrive-Desktop-Notes-Repo\b7a8cf23-e546-4dff-bfcf-966c2999fe45\scratchpad\pptx\icons\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37944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7830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relational tables in Postgres, with foreign keys and triggers keeping ratings accurate automatically.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7889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227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data linked 1:1 to Supabase Auth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27889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55080" y="2880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subjects / units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55080" y="32278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Syllabus structure notes are organized under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3950208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041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868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files with title, description, rating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26480" y="3950208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40416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 / note_tags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35508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 tagging for search &amp; ranking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40080" y="511149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52029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upvotes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68680" y="5550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vote per student per note — trigger-maintained count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26480" y="511149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5080" y="52029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note_views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55080" y="5550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the 'Recently viewed' dashboard section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  ·  Mini Project Validation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Trust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5" name="Image 0" descr="C:\Users\srava\AppData\Local\Temp\claude\C--Users-srava-OneDrive-Desktop-Notes-Repo\b7a8cf23-e546-4dff-bfcf-966c2999fe45\scratchpad\pptx\icons\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8366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5608" y="1709928"/>
            <a:ext cx="9720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authentication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35608" y="2029968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 sign-up, plus Google and GitHub OAuth for one-click, low-friction login.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9" name="Image 1" descr="C:\Users\srava\AppData\Local\Temp\claude\C--Users-srava-OneDrive-Desktop-Notes-Repo\b7a8cf23-e546-4dff-bfcf-966c2999fe45\scratchpad\pptx\icons\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30098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35608" y="3127248"/>
            <a:ext cx="9720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Ownership-checked actions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35608" y="3447288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uploader can edit or delete their own note — enforced on both client and server.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3" name="Image 2" descr="C:\Users\srava\AppData\Local\Temp\claude\C--Users-srava-OneDrive-Desktop-Notes-Repo\b7a8cf23-e546-4dff-bfcf-966c2999fe45\scratchpad\pptx\icons\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71830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35608" y="4544568"/>
            <a:ext cx="9720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moderation gate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35608" y="4864608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upload reaches the database or other students until it clears the Groq content check.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  ·  Mini Project Validation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5" name="Image 0" descr="C:\Users\srava\AppData\Local\Temp\claude\C--Users-srava-OneDrive-Desktop-Notes-Repo\b7a8cf23-e546-4dff-bfcf-966c2999fe45\scratchpad\pptx\icons\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88366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5608" y="1709928"/>
            <a:ext cx="9720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environment quirks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435608" y="2029968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OneDrive-synced folders triggered spurious rebuilds — moving the project to a plain local folder fixed it for good.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154680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9" name="Image 1" descr="C:\Users\srava\AppData\Local\Temp\claude\C--Users-srava-OneDrive-Desktop-Notes-Repo\b7a8cf23-e546-4dff-bfcf-966c2999fe45\scratchpad\pptx\icons\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330098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35608" y="3127248"/>
            <a:ext cx="9720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within free-tier limits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35608" y="3447288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Supabase's built-in email service rate-limits auth emails — designed the auth flow to stay resilient to that.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572000"/>
            <a:ext cx="566928" cy="566928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3" name="Image 2" descr="C:\Users\srava\AppData\Local\Temp\claude\C--Users-srava-OneDrive-Desktop-Notes-Repo\b7a8cf23-e546-4dff-bfcf-966c2999fe45\scratchpad\pptx\icons\rock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471830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35608" y="4544568"/>
            <a:ext cx="9720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a serverless AI pipeline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35608" y="4864608"/>
            <a:ext cx="9720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PDF text and calling an LLM inside a serverless function, without ever exposing the API key client-side.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  ·  Mini Project Validation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057400"/>
            <a:ext cx="10058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on notes, so students can ask questions or flag corrections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search across titles and descriptions, not just tags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 when a new note is added to a followed unit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uploads for multi-page scanned notes</a:t>
            </a:r>
            <a:endParaRPr lang="en-US" sz="1600" dirty="0"/>
          </a:p>
          <a:p>
            <a:pPr marL="228600" indent="-228600">
              <a:spcAft>
                <a:spcPts val="22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for on-the-go access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Repo  ·  Mini Project Validation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7033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2026-07-31T20:33:43Z</dcterms:created>
  <dcterms:modified xsi:type="dcterms:W3CDTF">2026-07-31T20:33:43Z</dcterms:modified>
</cp:coreProperties>
</file>